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66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253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871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63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185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21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412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29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530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3859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852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126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112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426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585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7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DD256F7-E597-4002-BC47-3285236F765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4391EA8-0434-46C9-A4A6-1E95CA0299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5419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397746-AABC-6D3D-C2EA-01F72DE919F9}"/>
              </a:ext>
            </a:extLst>
          </p:cNvPr>
          <p:cNvSpPr txBox="1"/>
          <p:nvPr/>
        </p:nvSpPr>
        <p:spPr>
          <a:xfrm>
            <a:off x="1317521" y="1489715"/>
            <a:ext cx="99994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Climate Change Social Media Sentiment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3ECFC-0A87-09EF-0893-C6DE3B0CAE43}"/>
              </a:ext>
            </a:extLst>
          </p:cNvPr>
          <p:cNvSpPr txBox="1"/>
          <p:nvPr/>
        </p:nvSpPr>
        <p:spPr>
          <a:xfrm>
            <a:off x="1332269" y="3300618"/>
            <a:ext cx="76396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Machine Learning &amp; Dashboard Visualization Project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3B0AB5-90AC-AC6A-1CEF-9F128FB2D561}"/>
              </a:ext>
            </a:extLst>
          </p:cNvPr>
          <p:cNvSpPr txBox="1"/>
          <p:nvPr/>
        </p:nvSpPr>
        <p:spPr>
          <a:xfrm>
            <a:off x="1332269" y="410627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Tools:</a:t>
            </a:r>
            <a:br>
              <a:rPr lang="en-IN" dirty="0"/>
            </a:br>
            <a:r>
              <a:rPr lang="en-IN" dirty="0"/>
              <a:t>Python (Pandas, Scikit-learn), Power BI, DAX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3BBF9F-2A01-2586-9C45-046DE8C167FC}"/>
              </a:ext>
            </a:extLst>
          </p:cNvPr>
          <p:cNvSpPr txBox="1"/>
          <p:nvPr/>
        </p:nvSpPr>
        <p:spPr>
          <a:xfrm>
            <a:off x="6666271" y="5040011"/>
            <a:ext cx="38247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Blesson Biju</a:t>
            </a:r>
          </a:p>
          <a:p>
            <a:pPr>
              <a:buNone/>
            </a:pPr>
            <a:r>
              <a:rPr lang="en-IN" sz="2000" b="1" dirty="0"/>
              <a:t>UMID – UMID27112571779</a:t>
            </a:r>
          </a:p>
          <a:p>
            <a:pPr>
              <a:buNone/>
            </a:pPr>
            <a:r>
              <a:rPr lang="en-IN" sz="2000" b="1" dirty="0"/>
              <a:t>Dec 1</a:t>
            </a:r>
            <a:r>
              <a:rPr lang="en-IN" sz="2000" b="1" baseline="30000" dirty="0"/>
              <a:t>st</a:t>
            </a:r>
            <a:r>
              <a:rPr lang="en-IN" sz="2000" b="1" dirty="0"/>
              <a:t> Batch</a:t>
            </a:r>
          </a:p>
        </p:txBody>
      </p:sp>
    </p:spTree>
    <p:extLst>
      <p:ext uri="{BB962C8B-B14F-4D97-AF65-F5344CB8AC3E}">
        <p14:creationId xmlns:p14="http://schemas.microsoft.com/office/powerpoint/2010/main" val="53880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BB641-3E95-2CC4-89AB-E7876A7F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231294-F442-A5A9-4AC9-13AFFCC9ECF9}"/>
              </a:ext>
            </a:extLst>
          </p:cNvPr>
          <p:cNvSpPr txBox="1"/>
          <p:nvPr/>
        </p:nvSpPr>
        <p:spPr>
          <a:xfrm>
            <a:off x="875070" y="898259"/>
            <a:ext cx="104418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Climate change discussions are increasing on social media.</a:t>
            </a:r>
            <a:br>
              <a:rPr lang="en-US" sz="3200" dirty="0"/>
            </a:br>
            <a:r>
              <a:rPr lang="en-US" sz="3200" dirty="0"/>
              <a:t>Understanding public sentiment is important to: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Measure public awareness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Analyze engagement patterns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Identify opinion trends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Support data-driven climate communication strategies</a:t>
            </a:r>
          </a:p>
          <a:p>
            <a:r>
              <a:rPr lang="en-US" sz="3200" dirty="0"/>
              <a:t>Objective:</a:t>
            </a:r>
            <a:br>
              <a:rPr lang="en-US" sz="3200" dirty="0"/>
            </a:br>
            <a:r>
              <a:rPr lang="en-US" sz="3200" dirty="0"/>
              <a:t>To analyze and classify social media posts related to climate change using Machine Learning.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F6243-5ABA-AAA6-4D8D-53110672CD4E}"/>
              </a:ext>
            </a:extLst>
          </p:cNvPr>
          <p:cNvSpPr txBox="1"/>
          <p:nvPr/>
        </p:nvSpPr>
        <p:spPr>
          <a:xfrm>
            <a:off x="3701844" y="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Problem Statement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670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5CE8-1A55-4D54-3180-7A77F150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7F985C-B106-206F-B19F-C866A6EED2E0}"/>
              </a:ext>
            </a:extLst>
          </p:cNvPr>
          <p:cNvSpPr txBox="1"/>
          <p:nvPr/>
        </p:nvSpPr>
        <p:spPr>
          <a:xfrm>
            <a:off x="884902" y="799611"/>
            <a:ext cx="1087447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Features: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date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text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err="1"/>
              <a:t>text_length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err="1"/>
              <a:t>likesCount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err="1"/>
              <a:t>commentsCount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err="1"/>
              <a:t>sentiment_score</a:t>
            </a:r>
            <a:endParaRPr lang="en-US" sz="3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sentiment</a:t>
            </a:r>
          </a:p>
          <a:p>
            <a:r>
              <a:rPr lang="en-US" sz="3200" dirty="0"/>
              <a:t>Total Records: 504</a:t>
            </a:r>
          </a:p>
          <a:p>
            <a:r>
              <a:rPr lang="en-US" sz="3200" dirty="0"/>
              <a:t>The dataset contains social media posts discussing climate change along with engagement metrics and sentiment labels.</a:t>
            </a:r>
          </a:p>
          <a:p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D2096-CD73-BB27-FCE3-13D1BBB63331}"/>
              </a:ext>
            </a:extLst>
          </p:cNvPr>
          <p:cNvSpPr txBox="1"/>
          <p:nvPr/>
        </p:nvSpPr>
        <p:spPr>
          <a:xfrm>
            <a:off x="3672347" y="-98648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Dataset Overview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775744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6286-29AF-73E2-4D77-CE2FF523C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7D7DA-FFE9-AE68-1386-6F365949CF1A}"/>
              </a:ext>
            </a:extLst>
          </p:cNvPr>
          <p:cNvSpPr txBox="1"/>
          <p:nvPr/>
        </p:nvSpPr>
        <p:spPr>
          <a:xfrm>
            <a:off x="3701844" y="0"/>
            <a:ext cx="5009538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Data Preprocessing</a:t>
            </a:r>
            <a:endParaRPr lang="en-US" sz="4000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FF120B-1D8E-0F16-867E-F78F25FA3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6183" y="898259"/>
            <a:ext cx="7894920" cy="5171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values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date column to datetime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text (lowercase, removed special characters)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</a:t>
            </a: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text_length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Tokenization &amp; vectorization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Train-test split</a:t>
            </a:r>
          </a:p>
        </p:txBody>
      </p:sp>
    </p:spTree>
    <p:extLst>
      <p:ext uri="{BB962C8B-B14F-4D97-AF65-F5344CB8AC3E}">
        <p14:creationId xmlns:p14="http://schemas.microsoft.com/office/powerpoint/2010/main" val="12161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5EC9A-5118-C4DC-55EE-C9E815BFD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DE3A0C4-6358-3890-ECB4-733EC43F8354}"/>
              </a:ext>
            </a:extLst>
          </p:cNvPr>
          <p:cNvSpPr txBox="1"/>
          <p:nvPr/>
        </p:nvSpPr>
        <p:spPr>
          <a:xfrm>
            <a:off x="2680518" y="206477"/>
            <a:ext cx="6830964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/>
              <a:t>Sentiment Analysis Model</a:t>
            </a:r>
            <a:endParaRPr lang="en-US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6EE732-1A0C-E27C-4295-9AEBAD1FD5B8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29031" y="1343137"/>
            <a:ext cx="11631561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/>
              <a:t>Steps: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Text vectorization (TF-IDF)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Model training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Model evaluation</a:t>
            </a:r>
          </a:p>
          <a:p>
            <a:pPr marL="514350" indent="-514350">
              <a:buFont typeface="Wingdings" panose="05000000000000000000" pitchFamily="2" charset="2"/>
              <a:buChar char="v"/>
            </a:pPr>
            <a:r>
              <a:rPr lang="en-US" sz="3200" dirty="0"/>
              <a:t>Evaluation Metrics: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Accuracy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Precision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Recall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3200" dirty="0"/>
              <a:t>F1-score</a:t>
            </a:r>
          </a:p>
        </p:txBody>
      </p:sp>
    </p:spTree>
    <p:extLst>
      <p:ext uri="{BB962C8B-B14F-4D97-AF65-F5344CB8AC3E}">
        <p14:creationId xmlns:p14="http://schemas.microsoft.com/office/powerpoint/2010/main" val="1757268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A3F37-1291-6A3E-D12F-3F204410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336236-FB0A-DF94-5738-BD20B0243418}"/>
              </a:ext>
            </a:extLst>
          </p:cNvPr>
          <p:cNvSpPr txBox="1"/>
          <p:nvPr/>
        </p:nvSpPr>
        <p:spPr>
          <a:xfrm>
            <a:off x="108156" y="226142"/>
            <a:ext cx="12192000" cy="89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/>
              <a:t>Model Results</a:t>
            </a:r>
            <a:endParaRPr lang="en-US" sz="4000" b="1" dirty="0"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32FDE3-72C6-C781-23B6-4B5A2A11B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355" y="1211918"/>
            <a:ext cx="6681637" cy="2217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 score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Confusion Matrix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Classification Report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D51D05-42F1-E759-A9D1-388A80935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427" y="3797426"/>
            <a:ext cx="10689145" cy="16855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The model successfully classified climate-related posts into Positive,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 Neutral, and Negative categories with good accuracy, demonstrating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 effective sentiment detection.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049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E95F-AA60-E400-802B-EDF770263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8857" y="631878"/>
            <a:ext cx="7654286" cy="1140542"/>
          </a:xfrm>
        </p:spPr>
        <p:txBody>
          <a:bodyPr>
            <a:noAutofit/>
          </a:bodyPr>
          <a:lstStyle/>
          <a:p>
            <a:r>
              <a:rPr lang="en-IN" sz="4000" b="1" dirty="0"/>
              <a:t>Key Observations from ML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61020BF-01BE-4569-DC22-312D6DBF2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725" y="2195717"/>
            <a:ext cx="10897535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Majority of posts fall under ______ sentiment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Engagement varies across sentiment categories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sentiment classes receive higher likes and comments</a:t>
            </a:r>
          </a:p>
        </p:txBody>
      </p:sp>
    </p:spTree>
    <p:extLst>
      <p:ext uri="{BB962C8B-B14F-4D97-AF65-F5344CB8AC3E}">
        <p14:creationId xmlns:p14="http://schemas.microsoft.com/office/powerpoint/2010/main" val="54708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5D1D4-0A95-95E4-B80A-07D293BEE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73" y="-115746"/>
            <a:ext cx="5905454" cy="1905000"/>
          </a:xfrm>
        </p:spPr>
        <p:txBody>
          <a:bodyPr>
            <a:normAutofit/>
          </a:bodyPr>
          <a:lstStyle/>
          <a:p>
            <a:r>
              <a:rPr lang="en-IN" sz="4000" b="1" dirty="0"/>
              <a:t>Power BI Dashboard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995C20-CB3D-C3B2-7B9B-DDEC5DA37631}"/>
              </a:ext>
            </a:extLst>
          </p:cNvPr>
          <p:cNvSpPr txBox="1"/>
          <p:nvPr/>
        </p:nvSpPr>
        <p:spPr>
          <a:xfrm>
            <a:off x="1539651" y="1685082"/>
            <a:ext cx="750907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dirty="0"/>
              <a:t>Dashboard Includes: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Total Posts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Total Likes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Total Comments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Average Sentiment Score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Sentiment Distribution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Engagement by Sentiment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Sentiment Trend Over Time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IN" sz="2800" dirty="0"/>
              <a:t>Text Length vs Sentiment Score</a:t>
            </a:r>
          </a:p>
        </p:txBody>
      </p:sp>
    </p:spTree>
    <p:extLst>
      <p:ext uri="{BB962C8B-B14F-4D97-AF65-F5344CB8AC3E}">
        <p14:creationId xmlns:p14="http://schemas.microsoft.com/office/powerpoint/2010/main" val="177224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19919-EA6A-ECFD-DE25-16812D7E7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815" y="94871"/>
            <a:ext cx="9905998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Dashboard Insights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D41DB19-2823-3423-BA17-FEDF356FF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1999871"/>
            <a:ext cx="9206366" cy="2597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Positive sentiment dominates discussions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Negative posts receive higher engagement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fluctuates slightly over time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Longer posts tend to show stronger emotional polarity</a:t>
            </a:r>
          </a:p>
        </p:txBody>
      </p:sp>
    </p:spTree>
    <p:extLst>
      <p:ext uri="{BB962C8B-B14F-4D97-AF65-F5344CB8AC3E}">
        <p14:creationId xmlns:p14="http://schemas.microsoft.com/office/powerpoint/2010/main" val="1947206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6219B-16BC-6A22-DF63-0A41B8D22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9" y="256634"/>
            <a:ext cx="12192000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D881682-AE02-5AAD-74C1-D200EBADFC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338" y="1951127"/>
            <a:ext cx="10370147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built an end-to-end ML pipeline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Performed sentiment classification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Visualized results using Power BI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engagement patterns in climate discussions</a:t>
            </a:r>
          </a:p>
        </p:txBody>
      </p:sp>
    </p:spTree>
    <p:extLst>
      <p:ext uri="{BB962C8B-B14F-4D97-AF65-F5344CB8AC3E}">
        <p14:creationId xmlns:p14="http://schemas.microsoft.com/office/powerpoint/2010/main" val="4139492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0F8B-0415-43E7-6505-A36D17106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6980"/>
            <a:ext cx="12191999" cy="190500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Tools &amp;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13FBC6-1299-5BC4-59DE-8248A8EB7C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95142" y="1826995"/>
            <a:ext cx="7359707" cy="2955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(Pandas, NumPy, Scikit-learn)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 &amp; DAX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CSV-based analytics dataset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8932087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FBA653-59E6-51D6-4524-DC4E8A33F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955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E26E29-9158-79CD-14D2-87154EAAB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96770"/>
            <a:ext cx="12192000" cy="74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3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878C7C-EC2C-A5AC-6C66-A35AE3B62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4490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B124CD-F3B4-673B-532E-CC722CB2D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49010"/>
            <a:ext cx="12192000" cy="440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228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DF4E2-3E2D-D0A1-B34C-197B1CF2A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9121"/>
            <a:ext cx="12192000" cy="711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719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E3E9F-8211-65B8-070F-C118249F1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646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326697-65EB-55E6-1978-9EC424765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4171" y="3429000"/>
            <a:ext cx="12192000" cy="339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416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CAD6-FF2E-F7E9-46EB-A751FBC85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AD1BF0-D8F3-50C5-72FD-69A49A50D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27547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A042E6-DD43-F754-8949-DDAFB0BE4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4033"/>
            <a:ext cx="12192000" cy="427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33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26A47-A886-3347-CFDF-9E7545FED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65CCC0-8765-8AB2-DAEC-2437D4EF2E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05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9684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76</TotalTime>
  <Words>322</Words>
  <Application>Microsoft Office PowerPoint</Application>
  <PresentationFormat>Widescreen</PresentationFormat>
  <Paragraphs>77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Observations from ML</vt:lpstr>
      <vt:lpstr>Power BI Dashboard</vt:lpstr>
      <vt:lpstr>Dashboard Insights</vt:lpstr>
      <vt:lpstr>Conclusion</vt:lpstr>
      <vt:lpstr>Tools &amp; Technologies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Blesson Biju</dc:creator>
  <cp:lastModifiedBy>Blesson Biju</cp:lastModifiedBy>
  <cp:revision>4</cp:revision>
  <dcterms:created xsi:type="dcterms:W3CDTF">2026-02-07T13:10:56Z</dcterms:created>
  <dcterms:modified xsi:type="dcterms:W3CDTF">2026-02-19T13:57:27Z</dcterms:modified>
</cp:coreProperties>
</file>